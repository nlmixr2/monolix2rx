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6edb6e115f6bb8eba0c3dd1425515acaa7748b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2026-08-12T14:06:23Z</dcterms:modified>
  <cp:category/>
</cp:coreProperties>
</file>