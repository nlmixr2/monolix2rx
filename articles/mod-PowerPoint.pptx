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0cbcaad955d0ce6c9234b6d6f52715c01e124d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2026-08-12T20:15:27Z</dcterms:modified>
  <cp:category/>
</cp:coreProperties>
</file>