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86a6c97af15a1f5b447adb7db078162ddf05103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a6b52c47d60bc7e8cda51e1db87c7e2b817a96d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2b85f1fb778cdeaffae37c5dbf87316ef9aa31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845f58893d2d0f5f35cfe3e55ca0f74d2f136c6d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depot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ka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ka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ka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V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Cl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Cl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depot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ka</m:t>
                                </m:r>
                                <m:r>
                                  <m:t>×</m:t>
                                </m:r>
                                <m:r>
                                  <m:t>depot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=+</m:t>
                                </m:r>
                                <m:r>
                                  <m:t>ka</m:t>
                                </m:r>
                                <m:r>
                                  <m:t>×</m:t>
                                </m:r>
                                <m:r>
                                  <m:t>depot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Cc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CONC</m:t>
                                </m:r>
                                <m:r>
                                  <m:t>=</m:t>
                                </m:r>
                                <m:r>
                                  <m:t>Cc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CONC</m:t>
                                </m:r>
                                <m:r>
                                  <m:t>∼add(a)+prop(b)+combined1()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749587"/>
                <a:gridCol w="749587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ka_pop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0.427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47.8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1.53 (1.03, 2.29)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75.4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1.05&lt;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-0.786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5.72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0.456 (0.417, 0.497)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13.3&lt;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Cl_pop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-3.21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0.0837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0.0402 (0.0341, 0.0473)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2026-10-01T15:02:44Z</dcterms:modified>
  <cp:category/>
</cp:coreProperties>
</file>