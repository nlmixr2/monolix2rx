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325e4d982550294ae83e7991d64f4d8b1d8becb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2026-09-24T13:57:13Z</dcterms:modified>
  <cp:category/>
</cp:coreProperties>
</file>