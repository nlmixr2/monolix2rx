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000"/>
    <a:srgbClr val="E08836"/>
    <a:srgbClr val="DE8400"/>
    <a:srgbClr val="902C10"/>
    <a:srgbClr val="A50021"/>
    <a:srgbClr val="898989"/>
    <a:srgbClr val="C878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6405"/>
  </p:normalViewPr>
  <p:slideViewPr>
    <p:cSldViewPr>
      <p:cViewPr varScale="1">
        <p:scale>
          <a:sx n="131" d="100"/>
          <a:sy n="131" d="100"/>
        </p:scale>
        <p:origin x="3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4272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97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4215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334129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386147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292672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59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4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0B426CB-3DAD-88F5-2025-3EA5EC89371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8524" y="6239370"/>
            <a:ext cx="1400084" cy="55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1" r:id="rId9"/>
    <p:sldLayoutId id="2147483653" r:id="rId10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086a6c97af15a1f5b447adb7db078162ddf05103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a6b52c47d60bc7e8cda51e1db87c7e2b817a96d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12b85f1fb778cdeaffae37c5dbf87316ef9aa3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a1429ef82c613c541cf4fc62b02aa7b11ce8e3a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structure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equations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cmt(</m:t>
                                </m:r>
                                <m:r>
                                  <m:t>depot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cmt(</m:t>
                                </m:r>
                                <m:r>
                                  <m:t>central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ka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ka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pop</m:t>
                                </m:r>
                                <m:r>
                                  <m:t>+</m:t>
                                </m:r>
                                <m:r>
                                  <m:t>omega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ka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V=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V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pop</m:t>
                                </m:r>
                                <m:r>
                                  <m:t>+</m:t>
                                </m:r>
                                <m:r>
                                  <m:t>omega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V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Cl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Cl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pop</m:t>
                                </m:r>
                                <m:r>
                                  <m:t>+</m:t>
                                </m:r>
                                <m:r>
                                  <m:t>omega</m:t>
                                </m:r>
                                <m:r>
                                  <m:rPr>
                                    <m:sty m:val="p"/>
                                  </m:rPr>
                                  <m:t>_</m:t>
                                </m:r>
                                <m:r>
                                  <m:t>Cl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depot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=−</m:t>
                                </m:r>
                                <m:r>
                                  <m:t>ka</m:t>
                                </m:r>
                                <m:r>
                                  <m:t>×</m:t>
                                </m:r>
                                <m:r>
                                  <m:t>depot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=+</m:t>
                                </m:r>
                                <m:r>
                                  <m:t>ka</m:t>
                                </m:r>
                                <m:r>
                                  <m:t>×</m:t>
                                </m:r>
                                <m:r>
                                  <m:t>depot</m:t>
                                </m:r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Cl</m:t>
                                    </m:r>
                                  </m:num>
                                  <m:den>
                                    <m:r>
                                      <m:t>V</m:t>
                                    </m:r>
                                  </m:den>
                                </m:f>
                                <m:r>
                                  <m:t>×</m:t>
                                </m:r>
                                <m:r>
                                  <m:t>central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Cc</m:t>
                                </m:r>
                                <m:r>
                                  <m:t>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V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CONC</m:t>
                                </m:r>
                                <m:r>
                                  <m:t>=</m:t>
                                </m:r>
                                <m:r>
                                  <m:t>Cc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CONC</m:t>
                                </m:r>
                                <m:r>
                                  <m:t>∼add(a)+prop(b)+combined1()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Parameter Estimates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993857"/>
                <a:gridCol w="749587"/>
                <a:gridCol w="749587"/>
                <a:gridCol w="667527"/>
                <a:gridCol w="2070530"/>
                <a:gridCol w="975713"/>
                <a:gridCol w="1141675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Parameter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Est.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%RSE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Back-transformed(95%CI)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BSV(CV%)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Shrink(SD)%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ka_pop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0.204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47.8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1.53 (1.03, 2.29)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1.05&lt;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V_pop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-0.786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0.0450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5.72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0.456 (0.417, 0.497)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13.3&lt;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Cl_pop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-3.21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0.0837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0.0402 (0.0341, 0.0473)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2.65&lt;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0.0543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0.0543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Observed vs Predicted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SAEM Stabilization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14DE638-5A32-4AB1-8CA5-820AF9071EC6}" vid="{FC3C1A1D-E4C3-4376-B9E9-5A1F7F3A1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Century Gothic</vt:lpstr>
      <vt:lpstr>OccamsPresentation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subject/>
  <dc:creator>John Harrold</dc:creator>
  <cp:keywords/>
  <dc:description/>
  <cp:lastModifiedBy>runner</cp:lastModifiedBy>
  <cp:revision>9</cp:revision>
  <dcterms:created xsi:type="dcterms:W3CDTF">2022-06-17T14:02:13Z</dcterms:created>
  <dcterms:modified xsi:type="dcterms:W3CDTF">2026-10-13T12:09:57Z</dcterms:modified>
  <cp:category/>
</cp:coreProperties>
</file>