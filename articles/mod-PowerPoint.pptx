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67e47583068d4fdc5de73ef318d7f831758a2c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2026-08-13T01:19:11Z</dcterms:modified>
  <cp:category/>
</cp:coreProperties>
</file>