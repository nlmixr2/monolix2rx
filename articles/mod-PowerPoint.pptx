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86a6c97af15a1f5b447adb7db078162ddf05103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66ad3aa25fc2bf2dbb04f65e71140d1539bffae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depot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ka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ka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ka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V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Cl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Cl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depot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=+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Cc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=</m:t>
                                </m:r>
                                <m:r>
                                  <m:t>Cc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∼add(a)+prop(b)+combined1()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2026-10-23T04:13:27Z</dcterms:modified>
  <cp:category/>
</cp:coreProperties>
</file>