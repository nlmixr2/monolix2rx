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8bc44d3c4be36da107d2fdd88e5878209dadf8f8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325e4d982550294ae83e7991d64f4d8b1d8becb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structure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Model equations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54864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depot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cmt(</m:t>
                                </m:r>
                                <m:r>
                                  <m:t>central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ka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ka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ka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V=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V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V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Cl</m:t>
                                </m:r>
                                <m:r>
                                  <m:t>=</m:t>
                                </m:r>
                                <m:r>
                                  <m:rPr>
                                    <m:sty m:val="p"/>
                                  </m:rPr>
                                  <m:t>exp</m:t>
                                </m:r>
                                <m:r>
                                  <m:t>⁡</m:t>
                                </m:r>
                                <m:r>
                                  <m:t>(</m:t>
                                </m:r>
                                <m:r>
                                  <m:t>Cl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pop</m:t>
                                </m:r>
                                <m:r>
                                  <m:t>+</m:t>
                                </m:r>
                                <m:r>
                                  <m:t>omega</m:t>
                                </m:r>
                                <m:r>
                                  <m:rPr>
                                    <m:sty m:val="p"/>
                                  </m:rPr>
                                  <m:t>_</m:t>
                                </m:r>
                                <m:r>
                                  <m:t>Cl</m:t>
                                </m:r>
                                <m:r>
                                  <m:t>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depot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=−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d</m:t>
                                    </m:r>
                                    <m:r>
                                      <m:rPr>
                                        <m:nor/>
                                      </m:rPr>
                                      <m:t> </m:t>
                                    </m:r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dt</m:t>
                                    </m:r>
                                  </m:den>
                                </m:f>
                                <m:r>
                                  <m:t>=+</m:t>
                                </m:r>
                                <m:r>
                                  <m:t>ka</m:t>
                                </m:r>
                                <m:r>
                                  <m:t>×</m:t>
                                </m:r>
                                <m:r>
                                  <m:t>depot</m:t>
                                </m:r>
                                <m: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  <m:r>
                                  <m:t>×</m:t>
                                </m:r>
                                <m:r>
                                  <m:t>central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Cc</m:t>
                                </m:r>
                                <m:r>
                                  <m:t>=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r>
                                      <m:t>central</m:t>
                                    </m:r>
                                  </m:num>
                                  <m:den>
                                    <m:r>
                                      <m:t>V</m:t>
                                    </m:r>
                                  </m:den>
                                </m:f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=</m:t>
                                </m:r>
                                <m:r>
                                  <m:t>Cc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100"/>
                        </a:spcBef>
                        <a:spcAft>
                          <a:spcPts val="100"/>
                        </a:spcAft>
                        <a:buNone/>
                      </a:pPr>
                      <a: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rPr>
                      <mc:AlternateContent xmlns:mc="http://schemas.openxmlformats.org/markup-compatibility/2006">
                        <mc:Choice xmlns:a14="http://schemas.microsoft.com/office/drawing/2010/main" Requires="a14"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ml="http://www.w3.org/1998/Math/MathML">
                                <m:r>
                                  <m:t>CONC</m:t>
                                </m:r>
                                <m:r>
                                  <m:t>∼add(a)+prop(b)+combined1()</m:t>
                                </m:r>
                              </m:oMath>
                            </m:oMathPara>
                          </a14:m>
                        </mc:Choice>
                      </mc:AlternateContent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2026-09-27T01:39:50Z</dcterms:modified>
  <cp:category/>
</cp:coreProperties>
</file>