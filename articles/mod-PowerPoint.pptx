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66ad3aa25fc2bf2dbb04f65e71140d1539bffae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2026-08-12T22:26:48Z</dcterms:modified>
  <cp:category/>
</cp:coreProperties>
</file>