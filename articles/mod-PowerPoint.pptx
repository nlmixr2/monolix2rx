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d06741378008a709265a6f7c4d4064d966ea89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838468"/>
                <a:gridCol w="1063707"/>
                <a:gridCol w="1063707"/>
                <a:gridCol w="2236082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1.533 (1.027, 2.286)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0.04496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0.4555 (0.4171, 0.4975)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13.29&lt;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2.605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0.04017 (0.03409, 0.04734)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2.648&lt;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4.681e-310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1.080e-307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0.4333 (0.4333, 0.4333)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0.007258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0.05426 (0.04003, 0.06849)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2026-07-23T20:24:13Z</dcterms:modified>
  <cp:category/>
</cp:coreProperties>
</file>