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Default Extension="gif" ContentType="image/gif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0000"/>
    <a:srgbClr val="E08836"/>
    <a:srgbClr val="DE8400"/>
    <a:srgbClr val="902C10"/>
    <a:srgbClr val="A50021"/>
    <a:srgbClr val="898989"/>
    <a:srgbClr val="C87800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238" autoAdjust="0"/>
    <p:restoredTop sz="96405"/>
  </p:normalViewPr>
  <p:slideViewPr>
    <p:cSldViewPr>
      <p:cViewPr varScale="1">
        <p:scale>
          <a:sx n="131" d="100"/>
          <a:sy n="131" d="100"/>
        </p:scale>
        <p:origin x="336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99" d="100"/>
          <a:sy n="99" d="100"/>
        </p:scale>
        <p:origin x="4272" y="184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5B5575-5396-4903-B001-2952BE6B9F1B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42CCE1-13AB-4907-8C53-954A4412C19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96156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E547EB-7C1B-40A0-9C00-7392B48D9156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3989F4-5BC7-45C8-8C9A-BD91344270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3248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382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8292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92978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1842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421584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3341299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38614729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2926727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3101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9597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59564" y="6564883"/>
            <a:ext cx="7392821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2">
                    <a:lumMod val="75000"/>
                  </a:schemeClr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3392" y="6564883"/>
            <a:ext cx="1056117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B40000"/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0B426CB-3DAD-88F5-2025-3EA5EC89371D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168524" y="6239370"/>
            <a:ext cx="1400084" cy="553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295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1" r:id="rId9"/>
    <p:sldLayoutId id="2147483653" r:id="rId10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400" b="1" kern="1200">
          <a:solidFill>
            <a:srgbClr val="B40000"/>
          </a:solidFill>
          <a:latin typeface="+mn-lt"/>
          <a:ea typeface="Tahoma" pitchFamily="34" charset="0"/>
          <a:cs typeface="Tahoma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4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1pPr>
      <a:lvl2pPr marL="742950" indent="-28575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2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2pPr>
      <a:lvl3pPr marL="11430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0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3pPr>
      <a:lvl4pPr marL="16002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8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6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7a6b52c47d60bc7e8cda51e1db87c7e2b817a96d.png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12b85f1fb778cdeaffae37c5dbf87316ef9aa31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67e47583068d4fdc5de73ef318d7f831758a2c1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Parameter Estimates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993857"/>
                <a:gridCol w="838468"/>
                <a:gridCol w="838468"/>
                <a:gridCol w="667527"/>
                <a:gridCol w="2236082"/>
                <a:gridCol w="975713"/>
                <a:gridCol w="1141675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Parameter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Est.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%RSE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Back-transformed(95%CI)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BSV(CV%)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Shrink(SD)%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ka_pop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0.4270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0.2041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47.80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1.533 (1.027, 2.286)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75.42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1.055&lt;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V_pop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-0.7864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0.04496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5.717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0.4555 (0.4171, 0.4975)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13.29&lt;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Cl_pop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-3.215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0.08374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2.605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0.04017 (0.03409, 0.04734)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27.57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2.648&lt;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0.4333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0.4333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084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0.05426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0.05426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Observed vs Predicted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SAEM Stabilization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ccamsPresentation">
  <a:themeElements>
    <a:clrScheme name="Custom 3">
      <a:dk1>
        <a:srgbClr val="3B3B3B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902C10"/>
      </a:accent2>
      <a:accent3>
        <a:srgbClr val="9BBB59"/>
      </a:accent3>
      <a:accent4>
        <a:srgbClr val="8064A2"/>
      </a:accent4>
      <a:accent5>
        <a:srgbClr val="4BACC6"/>
      </a:accent5>
      <a:accent6>
        <a:srgbClr val="E08836"/>
      </a:accent6>
      <a:hlink>
        <a:srgbClr val="902C10"/>
      </a:hlink>
      <a:folHlink>
        <a:srgbClr val="902C10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A14DE638-5A32-4AB1-8CA5-820AF9071EC6}" vid="{FC3C1A1D-E4C3-4376-B9E9-5A1F7F3A1C2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Century Gothic</vt:lpstr>
      <vt:lpstr>OccamsPresentation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subject/>
  <dc:creator>John Harrold</dc:creator>
  <cp:keywords/>
  <dc:description/>
  <cp:lastModifiedBy>runner</cp:lastModifiedBy>
  <cp:revision>9</cp:revision>
  <dcterms:created xsi:type="dcterms:W3CDTF">2022-06-17T14:02:13Z</dcterms:created>
  <dcterms:modified xsi:type="dcterms:W3CDTF">2026-07-25T21:12:00Z</dcterms:modified>
  <cp:category/>
</cp:coreProperties>
</file>