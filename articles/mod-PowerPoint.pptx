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86a6c97af15a1f5b447adb7db078162ddf05103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edcb5043c01f7460bc771e567cb596e8b29bcec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2026-09-30T21:05:18Z</dcterms:modified>
  <cp:category/>
</cp:coreProperties>
</file>