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a6b52c47d60bc7e8cda51e1db87c7e2b817a96d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2b85f1fb778cdeaffae37c5dbf87316ef9aa3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d06741378008a709265a6f7c4d4064d966ea896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838468"/>
                <a:gridCol w="838468"/>
                <a:gridCol w="667527"/>
                <a:gridCol w="2236082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ka_pop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0.4270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0.2041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47.80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1.533 (1.027, 2.286)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75.42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1.055&lt;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-0.7864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0.04496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5.717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0.4555 (0.4171, 0.4975)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13.29&lt;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Cl_pop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-3.215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0.08374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2.605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0.04017 (0.03409, 0.04734)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2.648&lt;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2026-07-26T01:12:45Z</dcterms:modified>
  <cp:category/>
</cp:coreProperties>
</file>