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a30d4849088dba54abec4661a2da47fe33edac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3853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509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1.05%&lt;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509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13.3%&lt;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69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2.65%&lt;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43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7537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2026-05-02T19:42:20Z</dcterms:modified>
  <cp:category/>
</cp:coreProperties>
</file>