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bc44d3c4be36da107d2fdd88e5878209dadf8f8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edcb5043c01f7460bc771e567cb596e8b29bce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2026-09-27T00:54:02Z</dcterms:modified>
  <cp:category/>
</cp:coreProperties>
</file>